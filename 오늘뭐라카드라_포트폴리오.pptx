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2" r:id="rId13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9">
          <p15:clr>
            <a:srgbClr val="A4A3A4"/>
          </p15:clr>
        </p15:guide>
        <p15:guide id="2" orient="horz" pos="3455">
          <p15:clr>
            <a:srgbClr val="A4A3A4"/>
          </p15:clr>
        </p15:guide>
        <p15:guide id="3" pos="2879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4vkRmamJ7cGDNwexW2Y5rZU50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9" orient="horz"/>
        <p:guide pos="3455" orient="horz"/>
        <p:guide pos="287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customschemas.google.com/relationships/presentationmetadata" Target="metadata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메인 컬러는 변경해도 좋습니다. 하지만 색상은 3개 이상 들어가지 않는 것이 좋습니다. </a:t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프로젝트 소개 p1_타입2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우측 상단에 프로젝트명 확인하여 수정하시기 바랍니다.</a:t>
            </a:r>
            <a:endParaRPr/>
          </a:p>
        </p:txBody>
      </p:sp>
      <p:sp>
        <p:nvSpPr>
          <p:cNvPr id="125" name="Google Shape;125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프로젝트 소개 p1_타입3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홈페이지 URL은 PDF 편집 툴을 통해 하이퍼링크 설정하실 수 있습니다.</a:t>
            </a:r>
            <a:endParaRPr/>
          </a:p>
        </p:txBody>
      </p:sp>
      <p:sp>
        <p:nvSpPr>
          <p:cNvPr id="150" name="Google Shape;150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위 이미지를 복사, 붙여넣기 하여 자유롭게 레이아웃을 만들어 사용해도 좋습니다.</a:t>
            </a:r>
            <a:endParaRPr/>
          </a:p>
        </p:txBody>
      </p:sp>
      <p:sp>
        <p:nvSpPr>
          <p:cNvPr id="162" name="Google Shape;162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575051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github.com/jiwoo8830/PickUpCard" TargetMode="External"/><Relationship Id="rId5" Type="http://schemas.openxmlformats.org/officeDocument/2006/relationships/hyperlink" Target="https://jiwoo8830.github.io/PickUpCard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hyperlink" Target="https://jiwoo8830.github.io/PickUpCard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39550" y="2123150"/>
            <a:ext cx="6737700" cy="92340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400">
                <a:solidFill>
                  <a:schemeClr val="lt1"/>
                </a:solidFill>
              </a:rPr>
              <a:t>이지우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539550" y="483525"/>
            <a:ext cx="4932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300">
                <a:solidFill>
                  <a:schemeClr val="lt1"/>
                </a:solidFill>
              </a:rPr>
              <a:t>화면구현 포트폴리오</a:t>
            </a:r>
            <a:endParaRPr sz="3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39552" y="4290650"/>
            <a:ext cx="7754046" cy="369332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BD4B4"/>
                </a:solidFill>
                <a:latin typeface="Arial"/>
                <a:ea typeface="Arial"/>
                <a:cs typeface="Arial"/>
                <a:sym typeface="Arial"/>
              </a:rPr>
              <a:t>고르기 귀찮은 하루의 선택을, 카드 3장 뽑기로 가볍게 정해 주는 사이트를 만들었습니다.</a:t>
            </a:r>
            <a:endParaRPr sz="1800">
              <a:solidFill>
                <a:srgbClr val="FBD4B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Desktop\개발자-아이콘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376" y="483518"/>
            <a:ext cx="648072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5884213" y="0"/>
            <a:ext cx="3275855" cy="5143500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8"/>
          <p:cNvSpPr txBox="1"/>
          <p:nvPr/>
        </p:nvSpPr>
        <p:spPr>
          <a:xfrm>
            <a:off x="467544" y="483518"/>
            <a:ext cx="4064000" cy="52322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오늘 뭐라카드라</a:t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467544" y="1006738"/>
            <a:ext cx="5821680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카드 3장으로 오늘의 밥 · 조언 · 할 일을 정해 주는 사이트</a:t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467544" y="1419622"/>
            <a:ext cx="4857420" cy="369332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매일 반복되는 '오늘 뭐 먹지? 뭐 하지?' 고민을 카드 뽑기로 가볍게 정해 주는 사이트입니다. 버튼을 누르면 카드 3장이 나오고, 카드를 눌러 뒤집으면 내용이 보입니다.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67544" y="4083828"/>
            <a:ext cx="4989200" cy="288032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506732" y="4063773"/>
            <a:ext cx="4889500" cy="323165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깃허브 링크 : https://github.com/jiwoo8830/PickUpCard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467544" y="4443868"/>
            <a:ext cx="4989200" cy="288032"/>
          </a:xfrm>
          <a:prstGeom prst="roundRect">
            <a:avLst>
              <a:gd fmla="val 16667" name="adj"/>
            </a:avLst>
          </a:prstGeom>
          <a:solidFill>
            <a:srgbClr val="FDE9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506732" y="4423813"/>
            <a:ext cx="4889500" cy="323165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서비스 링크 : https://jiwoo8830.github.io/PickUpCard/</a:t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6138206" y="555526"/>
            <a:ext cx="1096645" cy="26161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6138206" y="803451"/>
            <a:ext cx="2362200" cy="446276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고르기 귀찮은 학생 · 친구들을 위한</a:t>
            </a:r>
            <a:endParaRPr sz="8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하루 추천 카드 뽑기 사이트</a:t>
            </a:r>
            <a:endParaRPr sz="8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6138205" y="1263412"/>
            <a:ext cx="1767205" cy="26161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개발 인원 및 기간</a:t>
            </a:r>
            <a:endParaRPr sz="11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6138205" y="1477945"/>
            <a:ext cx="2473960" cy="446276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개발 기간 : 2026.10.29 ~ 2026.10.30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개발 인원 : 개인 1명</a:t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6138206" y="1937906"/>
            <a:ext cx="1194435" cy="26161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적용 기술</a:t>
            </a:r>
            <a:endParaRPr sz="11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6138206" y="2185831"/>
            <a:ext cx="1229360" cy="630942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HTML / CSS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GitHub Pages</a:t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6138205" y="2830458"/>
            <a:ext cx="977900" cy="26161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기여도</a:t>
            </a:r>
            <a:endParaRPr sz="11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694769" y="3135570"/>
            <a:ext cx="1862778" cy="1425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694768" y="3135570"/>
            <a:ext cx="1862778" cy="142575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138205" y="3072114"/>
            <a:ext cx="556563" cy="446276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non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기획</a:t>
            </a:r>
            <a:endParaRPr sz="8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sz="8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6138206" y="3565091"/>
            <a:ext cx="1194435" cy="26161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기여 부분</a:t>
            </a:r>
            <a:endParaRPr sz="11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6138206" y="3813016"/>
            <a:ext cx="2291080" cy="83099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기획 · 디자인 · 개발 전체 (1인)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JS 기능 2개 구현 (뽑기 · 뒤집기)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800"/>
              <a:buFont typeface="Arial"/>
              <a:buChar char="•"/>
            </a:pPr>
            <a:r>
              <a:rPr lang="ko-KR" sz="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3D 뒤집기와 애니메이션</a:t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6694769" y="3332529"/>
            <a:ext cx="1862778" cy="1425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694769" y="3332530"/>
            <a:ext cx="1862778" cy="142575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2" name="Picture 121" descr="crop_257_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919422"/>
            <a:ext cx="4968552" cy="19584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/>
        </p:nvSpPr>
        <p:spPr>
          <a:xfrm>
            <a:off x="567400" y="555526"/>
            <a:ext cx="1741170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카드 3장 뽑기</a:t>
            </a:r>
            <a:endParaRPr sz="1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567400" y="916732"/>
            <a:ext cx="7625806" cy="490519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뽑기 버튼을 누르면 현재 페이지의 카드 덱을 복사해 섞은 뒤 앞 3장을 뽑아 화면에 만듭니다. 매번 서로 다른 3장이 뒷면으로 나타나고 이전 카드는 지워집니다. 페이지의 data-deck 값으로 밥 / 조언 / 오늘 해볼 일 덱을 골라 쓰기 때문에, JavaScript 파일 하나를 3페이지가 함께 사용합니다.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Desktop\컴퓨터-이미지.png"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673443"/>
            <a:ext cx="3888432" cy="3458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User\Desktop\컴퓨터-이미지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016" y="1673443"/>
            <a:ext cx="3888432" cy="3458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7665720" y="195486"/>
            <a:ext cx="137668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#1 오늘 뭐라카드라</a:t>
            </a:r>
            <a:endParaRPr sz="7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Picture 133" descr="crop_258_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887942"/>
            <a:ext cx="3456384" cy="2016224"/>
          </a:xfrm>
          <a:prstGeom prst="rect">
            <a:avLst/>
          </a:prstGeom>
        </p:spPr>
      </p:pic>
      <p:pic>
        <p:nvPicPr>
          <p:cNvPr id="135" name="Picture 134" descr="crop_258_1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040" y="1887942"/>
            <a:ext cx="3456384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8344" y="0"/>
            <a:ext cx="5823796" cy="5143500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7020272" y="1059582"/>
            <a:ext cx="1545590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카드 뒤집기</a:t>
            </a:r>
            <a:endParaRPr sz="1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Desktop\iPhone-X-Mockup2.png" id="141" name="Google Shape;1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00" y="483518"/>
            <a:ext cx="2592288" cy="4357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User\Desktop\iPhone-X-Mockup2.png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3748" y="483518"/>
            <a:ext cx="2592288" cy="4357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 txBox="1"/>
          <p:nvPr/>
        </p:nvSpPr>
        <p:spPr>
          <a:xfrm>
            <a:off x="7020272" y="1491630"/>
            <a:ext cx="1750800" cy="2446824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카드를 누르면 flipped 클래스가 붙었다 떨어지며 카드가 3D로 뒤집힙니다. 뒷면은 모든 카드가 같은 이미지이고, 앞면은 위쪽 이미지 60%, 아래쪽 제목과 설명 40%입니다. 휴대폰에서는 카드 크기가 화면 폭에 맞춰 줄어듭니다.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7665720" y="195486"/>
            <a:ext cx="137668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#1 오늘 뭐라카드라</a:t>
            </a:r>
            <a:endParaRPr sz="7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Picture 146" descr="crop_259_1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222174"/>
            <a:ext cx="1512168" cy="2880320"/>
          </a:xfrm>
          <a:prstGeom prst="rect">
            <a:avLst/>
          </a:prstGeom>
        </p:spPr>
      </p:pic>
      <p:pic>
        <p:nvPicPr>
          <p:cNvPr id="148" name="Picture 147" descr="crop_259_1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1222174"/>
            <a:ext cx="1512168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467544" y="791295"/>
            <a:ext cx="2727960" cy="52322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3페이지 구성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7544" y="1314515"/>
            <a:ext cx="3592650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밥 추천 · 조언 · 오늘 해볼 일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7544" y="1798435"/>
            <a:ext cx="3126177" cy="1477328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카테고리 3개를 페이지 3개로 나눴습니다. 세 페이지는 style.css, app.js, cards.js를 함께 쓰고 data-deck 값만 다릅니다. 카드 앞면 이미지는 이모지 SVG로 만들어 저작권 걱정 없이 사용했습니다.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User\Desktop\컴퓨터-이미지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1492" y="202324"/>
            <a:ext cx="5688632" cy="5275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>
            <a:hlinkClick r:id="rId5"/>
          </p:cNvPr>
          <p:cNvSpPr/>
          <p:nvPr/>
        </p:nvSpPr>
        <p:spPr>
          <a:xfrm>
            <a:off x="539552" y="3795886"/>
            <a:ext cx="1778000" cy="43204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17">
            <a:hlinkClick r:id="rId5"/>
          </p:cNvPr>
          <p:cNvSpPr txBox="1"/>
          <p:nvPr/>
        </p:nvSpPr>
        <p:spPr>
          <a:xfrm>
            <a:off x="539552" y="3881105"/>
            <a:ext cx="1778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사이트 바로가기</a:t>
            </a:r>
            <a:endParaRPr/>
          </a:p>
        </p:txBody>
      </p:sp>
      <p:pic>
        <p:nvPicPr>
          <p:cNvPr id="159" name="Picture 158" descr="crop_260_1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524" y="542954"/>
            <a:ext cx="5112568" cy="30628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User\Desktop\컴퓨터-이미지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202324"/>
            <a:ext cx="5688632" cy="5275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User\Desktop\iPhone-X-Mockup2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5084" y="483518"/>
            <a:ext cx="2592288" cy="4357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Picture 167" descr="crop_261_1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542954"/>
            <a:ext cx="5112568" cy="3062818"/>
          </a:xfrm>
          <a:prstGeom prst="rect">
            <a:avLst/>
          </a:prstGeom>
        </p:spPr>
      </p:pic>
      <p:pic>
        <p:nvPicPr>
          <p:cNvPr id="169" name="Picture 168" descr="crop_261_1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144" y="1222174"/>
            <a:ext cx="1512168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7" name="Google Shape;127;p9"/>
          <p:cNvSpPr txBox="1"/>
          <p:nvPr/>
        </p:nvSpPr>
        <p:spPr>
          <a:xfrm>
            <a:off x="567400" y="555526"/>
            <a:ext cx="3810000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문제 해결과 배운 점</a:t>
            </a:r>
            <a:endParaRPr sz="1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567400" y="916732"/>
            <a:ext cx="7625806" cy="490519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프로젝트를 만들면서 겪은 오류와 해결 과정, 배운 점입니다.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7665720" y="195486"/>
            <a:ext cx="137668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#1 오늘 뭐라카드라</a:t>
            </a:r>
            <a:endParaRPr sz="7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571500" y="1587500"/>
            <a:ext cx="1545616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문제 해결</a:t>
            </a:r>
            <a:endParaRPr sz="1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571500" y="1968500"/>
            <a:ext cx="2476500" cy="292100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스크립트 순서: cards.js를 app.js보다 먼저 연결해야 카드 데이터를 찾을 수 있다는 것을 오류로 확인했습니다.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이름 오타: decks와 deck 한 글자 차이로 데이터를 못 찾는 문제를 콘솔 메시지로 찾아 고쳤습니다.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코드 공유: body의 data-deck 값으로 덱을 골라 3페이지가 app.js 하나를 함께 쓰게 했습니다.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이미지 24장 부담: 영어 파일명과 이모지 SVG 생성 스크립트로 해결했습니다.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3340100" y="1587500"/>
            <a:ext cx="1545616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AI 활용</a:t>
            </a:r>
            <a:endParaRPr sz="1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3340100" y="1968500"/>
            <a:ext cx="2476500" cy="292100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기획: 주제 후보와 페이지 · 구역 구성에 대한 의견 받기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구현: 코드의 작동 원리를 설명 듣고 직접 작성하기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오류 해결: 콘솔 오류 메시지를 보여 주고 원인 확인하기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개선: CSS 디자인과 애니메이션 예시를 받아 값을 바꿔 보기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6108700" y="1587500"/>
            <a:ext cx="1545616" cy="307777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배운 점</a:t>
            </a:r>
            <a:endParaRPr sz="1400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6108700" y="1968500"/>
            <a:ext cx="2476500" cy="2921000"/>
          </a:xfrm>
          <a:prstGeom prst="rect">
            <a:avLst/>
          </a:prstGeom>
          <a:noFill/>
          <a:ln>
            <a:noFill/>
          </a:ln>
        </p:spPr>
        <p:txBody>
          <a:bodyPr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배열과 객체로 데이터(cards.js)와 기능(app.js)을 나누는 방법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함수 매개변수로 값을 넘겨 같은 함수를 재사용하는 방법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class를 붙였다 떼며(toggle) CSS 상태를 바꾸는 방법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• 콘솔로 확인하며 단계별로 만드는 습관</a:t>
            </a:r>
            <a:endParaRPr sz="900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2020-12-15T02:11:01Z</dcterms:created>
  <dc:creator>User</dc:creator>
</cp:coreProperties>
</file>